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B867218E-599D-4280-B995-CEBFE870DE65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student placement analysis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6E31AAE-5713-4056-9F34-52851A5E3CC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05-04-2026 18:12:45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638F3F45-409E-43F9-BB02-2042C94FA7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B73574C9-9FD8-440E-894E-92B3E9F64C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B541E764-813F-413D-B50D-645BBEBA15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5" name="slide5">
            <a:extLst>
              <a:ext uri="{FF2B5EF4-FFF2-40B4-BE49-F238E27FC236}">
                <a16:creationId xmlns:a16="http://schemas.microsoft.com/office/drawing/2014/main" id="{E10685B2-B61E-45D9-9F32-94971A385B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6" id="6" name="slide6">
            <a:extLst>
              <a:ext uri="{FF2B5EF4-FFF2-40B4-BE49-F238E27FC236}">
                <a16:creationId xmlns:a16="http://schemas.microsoft.com/office/drawing/2014/main" id="{F12EB231-4671-4B94-BCF3-650285942F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7" id="7" name="slide7">
            <a:extLst>
              <a:ext uri="{FF2B5EF4-FFF2-40B4-BE49-F238E27FC236}">
                <a16:creationId xmlns:a16="http://schemas.microsoft.com/office/drawing/2014/main" id="{FBEF2218-708C-4FBD-B889-51FA3569DF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2026-04-05T12:42:46Z</dcterms:created>
  <dcterms:modified xsi:type="dcterms:W3CDTF">2026-04-05T12:42:46Z</dcterms:modified>
</cp:coreProperties>
</file>